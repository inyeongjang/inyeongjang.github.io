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.ppt-slide-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.ppt-slide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.ppt-slide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.ppt-slide-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장인영 | RAS-Lab Model R&amp;D Portfolio</dc:title>
  <dc:subject>Research Portfolio</dc:subject>
  <dc:creator>Inyeong Jang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